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9d5859a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9d5859a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9d5859ab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9d5859ab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9d5859ab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9d5859ab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9d5859ab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9d5859ab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9d5859ab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9d5859ab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9d5859ab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9d5859ab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9d5859ab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9d5859ab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9d5859ab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9d5859ab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4675"/>
            <a:ext cx="8701498" cy="40364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0" y="0"/>
            <a:ext cx="8815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Purchasing Performance Dashboard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This dashboard monitors end-to-end purchasing performance by tracking purchase orders, acquired vs. received amounts, supplier activity, and OTIF (On Time In Full) metrics by time period, product, and country.</a:t>
            </a:r>
            <a:r>
              <a:rPr b="1" lang="es" sz="1100">
                <a:solidFill>
                  <a:schemeClr val="dk1"/>
                </a:solidFill>
              </a:rPr>
              <a:t> It enables procurement teams to identify delivery reliability issues, spending concentration, and supplier performance trends to improve service levels and supply chain efficiency.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6275"/>
            <a:ext cx="8714198" cy="416482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0" y="0"/>
            <a:ext cx="8921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Supplier Performance Detail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This view breaks down purchasing performance by supplier, showing OnTime, InFull, and Lead Time compliance, along with completed, in-process, and cancelled purchase orders.</a:t>
            </a:r>
            <a:r>
              <a:rPr b="1" lang="es" sz="1100">
                <a:solidFill>
                  <a:schemeClr val="dk1"/>
                </a:solidFill>
              </a:rPr>
              <a:t> It enables quick identification of high- and low-performing suppliers to support procurement decisions and supplier management.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1900"/>
            <a:ext cx="8697924" cy="41291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0" y="0"/>
            <a:ext cx="8793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Product-Level Purchasing Summary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This view analyzes purchasing performance at the product level, showing received quantities over time, completed purchase orders, and cancelled quantities by product. </a:t>
            </a:r>
            <a:r>
              <a:rPr b="1" lang="es" sz="1100">
                <a:solidFill>
                  <a:schemeClr val="dk1"/>
                </a:solidFill>
              </a:rPr>
              <a:t>It helps identify high-volume products, demand patterns, and items with elevated cancellation risk to support inventory and procurement decisions.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4675"/>
            <a:ext cx="8572099" cy="403642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/>
        </p:nvSpPr>
        <p:spPr>
          <a:xfrm>
            <a:off x="0" y="0"/>
            <a:ext cx="8883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Demand Analysis with Automated Storytelling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This dashboard analyzes product demand over time, highlighting total demand, customer activity, and monthly demand variation with automated narrative insights. </a:t>
            </a:r>
            <a:r>
              <a:rPr b="1" lang="es" sz="1100">
                <a:solidFill>
                  <a:schemeClr val="dk1"/>
                </a:solidFill>
              </a:rPr>
              <a:t>It helps identify seasonality, demand trends, and high-rotation products to support forecasting and inventory planning.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4900"/>
            <a:ext cx="8706052" cy="40062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/>
        </p:nvSpPr>
        <p:spPr>
          <a:xfrm>
            <a:off x="0" y="0"/>
            <a:ext cx="8966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Product Pricing Analysis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This dashboard analyzes product pricing behavior over time, showing average price trends, price volatility by product, and price variation by month and year across markets. </a:t>
            </a:r>
            <a:r>
              <a:rPr b="1" lang="es" sz="1100">
                <a:solidFill>
                  <a:schemeClr val="dk1"/>
                </a:solidFill>
              </a:rPr>
              <a:t>It supports pricing strategy decisions by identifying unstable prices, seasonal effects, and products with high price dispersion.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050" y="719197"/>
            <a:ext cx="7065848" cy="43639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/>
        </p:nvSpPr>
        <p:spPr>
          <a:xfrm>
            <a:off x="0" y="0"/>
            <a:ext cx="8921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Inventory Stock and Aging Analysis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This dashboard evaluates inventory levels and aging, showing stock quantity, inventory value, days of coverage, and product aging distribution. </a:t>
            </a:r>
            <a:r>
              <a:rPr b="1" lang="es" sz="1100">
                <a:solidFill>
                  <a:schemeClr val="dk1"/>
                </a:solidFill>
              </a:rPr>
              <a:t>It helps identify slow-moving or overstocked items and supports inventory optimization and working capital decisions.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300" y="833840"/>
            <a:ext cx="8705401" cy="42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/>
        </p:nvSpPr>
        <p:spPr>
          <a:xfrm>
            <a:off x="0" y="0"/>
            <a:ext cx="8924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HR Workforce Overview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This dashboard provides a comprehensive view of the workforce, showing headcount, average age, salary, and performance, with breakdowns by gender, location, department, and role. </a:t>
            </a:r>
            <a:r>
              <a:rPr b="1" lang="es" sz="1100">
                <a:solidFill>
                  <a:schemeClr val="dk1"/>
                </a:solidFill>
              </a:rPr>
              <a:t>It supports HR decisions related to compensation analysis, talent distribution, and performance management.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32025"/>
            <a:ext cx="8636349" cy="405907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0"/>
          <p:cNvSpPr txBox="1"/>
          <p:nvPr/>
        </p:nvSpPr>
        <p:spPr>
          <a:xfrm>
            <a:off x="0" y="0"/>
            <a:ext cx="878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Salary Analysis Dashboard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This dashboard analyzes employee compensation, showing total and average salaries, salary distribution by age, department, location, and gender.</a:t>
            </a:r>
            <a:r>
              <a:rPr b="1" lang="es" sz="1100">
                <a:solidFill>
                  <a:schemeClr val="dk1"/>
                </a:solidFill>
              </a:rPr>
              <a:t> It supports compensation benchmarking, pay equity analysis, and workforce cost management.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500" y="879150"/>
            <a:ext cx="8643224" cy="411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1"/>
          <p:cNvSpPr txBox="1"/>
          <p:nvPr/>
        </p:nvSpPr>
        <p:spPr>
          <a:xfrm>
            <a:off x="0" y="0"/>
            <a:ext cx="8944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</a:rPr>
              <a:t>Employee Performance Evaluation Dashboard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This dashboard analyzes employee performance ratings, showing average, minimum, and maximum scores with breakdowns by location, department, manager, and gender.</a:t>
            </a:r>
            <a:r>
              <a:rPr b="1" lang="es" sz="1100">
                <a:solidFill>
                  <a:schemeClr val="dk1"/>
                </a:solidFill>
              </a:rPr>
              <a:t> It supports performance management, leadership assessment, and identification of high- and low-performing teams.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